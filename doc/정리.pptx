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EC24A-AE05-E4E4-03B6-F1FF3EB09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FFE71A-FF31-56FA-BF21-AACAB3197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1D62CD-2D8E-CCA9-CA66-CBCFEC22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C0A55-0977-A2C1-33D3-3E509C2E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BA7B3-AF04-C953-C3AA-45BB0CC3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89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1D2A4-3DA4-2EDE-1193-3B717087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A5D13-2A6D-F822-C8F0-30384B110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08C491-85AA-8725-6303-11A7BE9E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4140C-984D-703D-32D3-E0416F79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1C750-4F0D-B3E6-840F-234105CA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2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9B63C-5DCB-625D-271E-C3E8F743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6716D5-175A-39BF-C5C9-1C88389B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2E047-7C1C-D5F9-5361-D881492C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497BB3-AD0B-3BCC-7236-50F03DF2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031C35-A44E-A8A1-A03C-98A27703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4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01FAB-E907-7A5E-E0AB-EC5E9E95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71E42-FBF7-5FDA-728A-A5472CA7E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054060-4159-A307-D5D1-8294A7722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867AB0-AB1F-7468-E028-4BE88C67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A59779-7DE2-7EB2-B38F-C8E68837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5C80E3-5793-24CE-7C0E-D4848B21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9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A6D3-EC21-6F88-07EC-73D1C6E5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F44D1-6352-6C19-6F13-16CF40B58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AE024B-F6AC-274D-B897-222E9D46E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07BAAF-DCB8-6502-9D05-B28956C03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02FA87-2334-C9DF-5680-2864FF7E4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76A9F1-9891-5A38-B990-C8FC82AC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400B4-F469-7A88-7DCF-EFD42AF1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A90B47-CAE8-F9F9-C09A-12543BB6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2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A278F-427F-9F18-00A4-17133B88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B56DA6-D6AA-3D95-C428-6201873F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3F751B-A028-B177-8895-F80A1B01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2CB454-981B-3397-99A3-40E8F6F4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7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AAA256-8410-2CA5-2AF2-F01F4716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B795C9-9F72-681E-7C9F-41938F97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D1DE-94C7-1FBF-B28A-584BC1D5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56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2E9CA-1522-D55D-21FC-1D245E83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D216B-74C8-B810-053C-E7052FEC7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A63416-E1BC-483C-040A-6AD4089CD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4D6B63-EA2A-CE15-57FA-7051BFD0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0B2B21-E94B-88CD-718D-8B6F5C4B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472C0C-8051-677A-13AE-33B7026D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5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BDAAF-9409-4937-B2FF-0E2EB616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41E93F-F0E7-08FE-6C5F-4DA82D11F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041AE9-A5AE-E059-86DE-5A1BB4B19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6E0ACE-C1AD-47ED-209B-718D9010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A0CD8-0B4E-B6FE-12C5-34AC2BC42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C9749-7D8D-C5AF-2324-1AF2F8EA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72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50360-5376-00CB-E2F4-DB872D31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C7EEEB-0ADF-F7BD-7358-102E16397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782E0-F5D9-5642-B14D-8DDF9316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D3F2F-DA96-DC8A-6A44-20754D54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EDCC2-B5ED-2AF0-501B-4EC4882C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8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293591-7101-4E38-EF14-FA3359C6F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351D39-A69D-FF9E-FAC1-8126779E4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6866B2-E552-360F-7070-5DA3A43A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A7F01-3CC8-9204-8F6E-64A9000B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C6C95-00C1-C549-461E-E6688C9E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95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287FF1-6B7E-8CCC-CCBE-F6D8EC7A7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06FEA-25E2-985D-44AF-3380A2F0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E4000-3233-2349-3F09-42CC47244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AD99C-C82C-45BA-8D00-686C6DF5AB4F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AA90C-EAD2-8698-5FE1-1DCB5804F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9D9AE-824D-1E23-EEF9-89A645126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FD288-8F8C-40D7-A51E-C86EE570E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9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DF0173-49E3-2816-F2BD-5330E81EED10}"/>
              </a:ext>
            </a:extLst>
          </p:cNvPr>
          <p:cNvSpPr/>
          <p:nvPr/>
        </p:nvSpPr>
        <p:spPr>
          <a:xfrm>
            <a:off x="1237672" y="1062182"/>
            <a:ext cx="9033164" cy="1662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5F56C-0915-5D0B-3D05-0081AA4E0D8F}"/>
              </a:ext>
            </a:extLst>
          </p:cNvPr>
          <p:cNvSpPr txBox="1"/>
          <p:nvPr/>
        </p:nvSpPr>
        <p:spPr>
          <a:xfrm>
            <a:off x="1237672" y="62819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0F996-0157-8034-2684-1EB9AAEB4BFC}"/>
              </a:ext>
            </a:extLst>
          </p:cNvPr>
          <p:cNvSpPr txBox="1"/>
          <p:nvPr/>
        </p:nvSpPr>
        <p:spPr>
          <a:xfrm>
            <a:off x="9892145" y="62819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3F9EC-D151-BA16-6F72-A1E647B669D8}"/>
              </a:ext>
            </a:extLst>
          </p:cNvPr>
          <p:cNvSpPr txBox="1"/>
          <p:nvPr/>
        </p:nvSpPr>
        <p:spPr>
          <a:xfrm>
            <a:off x="2983345" y="62819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6648E-30E2-3A7E-152C-F3B07F178083}"/>
              </a:ext>
            </a:extLst>
          </p:cNvPr>
          <p:cNvSpPr txBox="1"/>
          <p:nvPr/>
        </p:nvSpPr>
        <p:spPr>
          <a:xfrm>
            <a:off x="4147126" y="628197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04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034C4-07E4-477F-9677-0F24FB155163}"/>
              </a:ext>
            </a:extLst>
          </p:cNvPr>
          <p:cNvSpPr txBox="1"/>
          <p:nvPr/>
        </p:nvSpPr>
        <p:spPr>
          <a:xfrm>
            <a:off x="5514108" y="62819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05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13331-0455-443B-4528-4A945E7BA2E7}"/>
              </a:ext>
            </a:extLst>
          </p:cNvPr>
          <p:cNvSpPr txBox="1"/>
          <p:nvPr/>
        </p:nvSpPr>
        <p:spPr>
          <a:xfrm>
            <a:off x="6779490" y="62819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06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B063C-9909-B2DF-887B-169D88BC7450}"/>
              </a:ext>
            </a:extLst>
          </p:cNvPr>
          <p:cNvSpPr txBox="1"/>
          <p:nvPr/>
        </p:nvSpPr>
        <p:spPr>
          <a:xfrm>
            <a:off x="8192654" y="609724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07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2D07FC-CD10-9D6D-37F1-302FF5F9A9DA}"/>
              </a:ext>
            </a:extLst>
          </p:cNvPr>
          <p:cNvSpPr/>
          <p:nvPr/>
        </p:nvSpPr>
        <p:spPr>
          <a:xfrm>
            <a:off x="1431636" y="2013590"/>
            <a:ext cx="101600" cy="24845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0687DD-5E76-BB4E-EF43-4AB148206434}"/>
              </a:ext>
            </a:extLst>
          </p:cNvPr>
          <p:cNvSpPr/>
          <p:nvPr/>
        </p:nvSpPr>
        <p:spPr>
          <a:xfrm>
            <a:off x="1237672" y="3214255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BB1A7C-8824-29E0-2F97-E6A932730733}"/>
              </a:ext>
            </a:extLst>
          </p:cNvPr>
          <p:cNvSpPr txBox="1"/>
          <p:nvPr/>
        </p:nvSpPr>
        <p:spPr>
          <a:xfrm>
            <a:off x="1228436" y="4498172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984F8D-649E-789B-6DF3-5327BA855323}"/>
              </a:ext>
            </a:extLst>
          </p:cNvPr>
          <p:cNvSpPr txBox="1"/>
          <p:nvPr/>
        </p:nvSpPr>
        <p:spPr>
          <a:xfrm>
            <a:off x="1228436" y="1579479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10m</a:t>
            </a:r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822398C-2636-983F-0BEF-F3C186B842F9}"/>
              </a:ext>
            </a:extLst>
          </p:cNvPr>
          <p:cNvSpPr/>
          <p:nvPr/>
        </p:nvSpPr>
        <p:spPr>
          <a:xfrm>
            <a:off x="10086110" y="1838036"/>
            <a:ext cx="101600" cy="24845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BDB091-DCDB-9142-0A97-2963F367A67E}"/>
              </a:ext>
            </a:extLst>
          </p:cNvPr>
          <p:cNvSpPr/>
          <p:nvPr/>
        </p:nvSpPr>
        <p:spPr>
          <a:xfrm>
            <a:off x="9892146" y="2964873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73B247-22DF-4747-4074-82DFD7615284}"/>
              </a:ext>
            </a:extLst>
          </p:cNvPr>
          <p:cNvSpPr txBox="1"/>
          <p:nvPr/>
        </p:nvSpPr>
        <p:spPr>
          <a:xfrm>
            <a:off x="9929091" y="4313506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53CA1D-BA33-F865-9E31-F565898E81E1}"/>
              </a:ext>
            </a:extLst>
          </p:cNvPr>
          <p:cNvSpPr txBox="1"/>
          <p:nvPr/>
        </p:nvSpPr>
        <p:spPr>
          <a:xfrm>
            <a:off x="9892145" y="1417965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10m</a:t>
            </a:r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447996-7C40-5E73-B69A-BB86524B2D61}"/>
              </a:ext>
            </a:extLst>
          </p:cNvPr>
          <p:cNvSpPr/>
          <p:nvPr/>
        </p:nvSpPr>
        <p:spPr>
          <a:xfrm>
            <a:off x="3103418" y="1971964"/>
            <a:ext cx="101600" cy="22398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BE3D249-29C5-F064-9582-64653984BE9B}"/>
              </a:ext>
            </a:extLst>
          </p:cNvPr>
          <p:cNvSpPr/>
          <p:nvPr/>
        </p:nvSpPr>
        <p:spPr>
          <a:xfrm>
            <a:off x="2909454" y="3098801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998E7B-71B9-4F86-9588-61690242F5ED}"/>
              </a:ext>
            </a:extLst>
          </p:cNvPr>
          <p:cNvSpPr txBox="1"/>
          <p:nvPr/>
        </p:nvSpPr>
        <p:spPr>
          <a:xfrm>
            <a:off x="2914072" y="4211782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DF019-A5FA-914D-8828-79FF483714C1}"/>
              </a:ext>
            </a:extLst>
          </p:cNvPr>
          <p:cNvSpPr txBox="1"/>
          <p:nvPr/>
        </p:nvSpPr>
        <p:spPr>
          <a:xfrm>
            <a:off x="2909453" y="1551893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4m</a:t>
            </a:r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98CBBFC-2F71-8CD5-04B1-73EC77107BB0}"/>
              </a:ext>
            </a:extLst>
          </p:cNvPr>
          <p:cNvSpPr/>
          <p:nvPr/>
        </p:nvSpPr>
        <p:spPr>
          <a:xfrm>
            <a:off x="4297217" y="1948811"/>
            <a:ext cx="101600" cy="22398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1C3BDB9-587D-1410-C673-2A15B4605DBF}"/>
              </a:ext>
            </a:extLst>
          </p:cNvPr>
          <p:cNvSpPr/>
          <p:nvPr/>
        </p:nvSpPr>
        <p:spPr>
          <a:xfrm>
            <a:off x="4103253" y="3075648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8AE774-4D81-CA19-5E55-B481FDD0DABE}"/>
              </a:ext>
            </a:extLst>
          </p:cNvPr>
          <p:cNvSpPr txBox="1"/>
          <p:nvPr/>
        </p:nvSpPr>
        <p:spPr>
          <a:xfrm>
            <a:off x="4107871" y="4188629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80A911-0429-4E1F-9FD2-460EA611437D}"/>
              </a:ext>
            </a:extLst>
          </p:cNvPr>
          <p:cNvSpPr txBox="1"/>
          <p:nvPr/>
        </p:nvSpPr>
        <p:spPr>
          <a:xfrm>
            <a:off x="4103252" y="1528740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4m</a:t>
            </a:r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BC04B2-FE68-D652-34EE-9DF178CA22CC}"/>
              </a:ext>
            </a:extLst>
          </p:cNvPr>
          <p:cNvSpPr/>
          <p:nvPr/>
        </p:nvSpPr>
        <p:spPr>
          <a:xfrm>
            <a:off x="5711537" y="1978892"/>
            <a:ext cx="101600" cy="22398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C334E25-A1D5-41C7-5486-ACE574ABED36}"/>
              </a:ext>
            </a:extLst>
          </p:cNvPr>
          <p:cNvSpPr/>
          <p:nvPr/>
        </p:nvSpPr>
        <p:spPr>
          <a:xfrm>
            <a:off x="5517573" y="3105729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7429DF-1F89-7BDB-33F0-F15F43164905}"/>
              </a:ext>
            </a:extLst>
          </p:cNvPr>
          <p:cNvSpPr txBox="1"/>
          <p:nvPr/>
        </p:nvSpPr>
        <p:spPr>
          <a:xfrm>
            <a:off x="5522191" y="4218710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78DC1D-4161-CFAA-9882-7D4CE5437382}"/>
              </a:ext>
            </a:extLst>
          </p:cNvPr>
          <p:cNvSpPr txBox="1"/>
          <p:nvPr/>
        </p:nvSpPr>
        <p:spPr>
          <a:xfrm>
            <a:off x="5517572" y="1558821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4m</a:t>
            </a:r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3BE7FD-7C87-76F1-F4D1-68956300BFFF}"/>
              </a:ext>
            </a:extLst>
          </p:cNvPr>
          <p:cNvSpPr/>
          <p:nvPr/>
        </p:nvSpPr>
        <p:spPr>
          <a:xfrm>
            <a:off x="6996544" y="1921225"/>
            <a:ext cx="101600" cy="22398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FA8488F-B4E7-4DF3-427A-37533B814432}"/>
              </a:ext>
            </a:extLst>
          </p:cNvPr>
          <p:cNvSpPr/>
          <p:nvPr/>
        </p:nvSpPr>
        <p:spPr>
          <a:xfrm>
            <a:off x="6802580" y="3048062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1FA0CE-A3E9-7727-0571-319268F3C43D}"/>
              </a:ext>
            </a:extLst>
          </p:cNvPr>
          <p:cNvSpPr txBox="1"/>
          <p:nvPr/>
        </p:nvSpPr>
        <p:spPr>
          <a:xfrm>
            <a:off x="6807198" y="4161043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12EB6C-9002-D3E3-33E6-E1626CF47047}"/>
              </a:ext>
            </a:extLst>
          </p:cNvPr>
          <p:cNvSpPr txBox="1"/>
          <p:nvPr/>
        </p:nvSpPr>
        <p:spPr>
          <a:xfrm>
            <a:off x="6802579" y="1501154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4m</a:t>
            </a:r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7E6597F-0694-A0B9-472B-811CA991737E}"/>
              </a:ext>
            </a:extLst>
          </p:cNvPr>
          <p:cNvSpPr/>
          <p:nvPr/>
        </p:nvSpPr>
        <p:spPr>
          <a:xfrm>
            <a:off x="8342745" y="1845116"/>
            <a:ext cx="101600" cy="22398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1D0F21C-E6A5-E1AD-0E7C-EA23EF69D998}"/>
              </a:ext>
            </a:extLst>
          </p:cNvPr>
          <p:cNvSpPr/>
          <p:nvPr/>
        </p:nvSpPr>
        <p:spPr>
          <a:xfrm>
            <a:off x="8140702" y="2997323"/>
            <a:ext cx="489528" cy="9236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6E0CC6-8B23-2186-B352-5BE57017C937}"/>
              </a:ext>
            </a:extLst>
          </p:cNvPr>
          <p:cNvSpPr txBox="1"/>
          <p:nvPr/>
        </p:nvSpPr>
        <p:spPr>
          <a:xfrm>
            <a:off x="8145320" y="4110304"/>
            <a:ext cx="5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0m</a:t>
            </a:r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7F1A29-F624-ECC2-CA95-6C0872E832EA}"/>
              </a:ext>
            </a:extLst>
          </p:cNvPr>
          <p:cNvSpPr txBox="1"/>
          <p:nvPr/>
        </p:nvSpPr>
        <p:spPr>
          <a:xfrm>
            <a:off x="8140701" y="1450415"/>
            <a:ext cx="8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82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E64F-BD50-1A1D-8382-98E1F20F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1CF959-3782-6506-0CD8-A548CAD56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78" y="1262255"/>
            <a:ext cx="5344774" cy="3577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D8E52D-D1EB-00BD-9645-5D1F5C776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425" y="1262255"/>
            <a:ext cx="3426453" cy="38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F7C5-D4BE-071E-6AA0-5D8200E8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61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21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wonho lee</dc:creator>
  <cp:lastModifiedBy>wonho lee</cp:lastModifiedBy>
  <cp:revision>3</cp:revision>
  <dcterms:created xsi:type="dcterms:W3CDTF">2026-06-11T12:32:27Z</dcterms:created>
  <dcterms:modified xsi:type="dcterms:W3CDTF">2026-06-14T22:17:01Z</dcterms:modified>
</cp:coreProperties>
</file>